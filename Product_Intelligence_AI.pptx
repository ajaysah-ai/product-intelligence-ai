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3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70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7315200" cy="7315200"/>
          </a:xfrm>
          <a:prstGeom prst="ellipse">
            <a:avLst/>
          </a:prstGeom>
          <a:solidFill>
            <a:srgbClr val="1B1F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4572000" cy="4572000"/>
          </a:xfrm>
          <a:prstGeom prst="ellipse">
            <a:avLst/>
          </a:prstGeom>
          <a:solidFill>
            <a:srgbClr val="232833">
              <a:alpha val="80000"/>
            </a:srgbClr>
          </a:solidFill>
          <a:ln w="12700">
            <a:solidFill>
              <a:srgbClr val="C79A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Intelligence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 Industrial Commerce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UniHack Submission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sz="1300" b="1" i="1" dirty="0" err="1" smtClean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IntelliForge</a:t>
            </a:r>
            <a:r>
              <a:rPr lang="en-US" sz="1300" b="1" i="1" dirty="0" smtClean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r>
              <a:rPr lang="en-US" sz="1300" b="1" i="1" dirty="0" smtClean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</a:t>
            </a:r>
            <a:r>
              <a:rPr lang="en-US" sz="1300" b="1" i="1" dirty="0" err="1" smtClean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your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is a multi-agent system that turns minimal product data — just a manufacturer part number, a short description, and brand fields — into a fully enriched, 252-column product catalog record matching an enterprise PIM delivery format.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LangGraph-orchestrated Supervisor routes each product to four specialized agents (Website, Catalog, Tech Doc, Digital Asset). Each independently searches the web, fetches real source documents through a custom MCP (Model Context Protocol) server, extracts and OCRs their content, retrieves the most relevant information via Hybrid RAG, and proposes structured data with a confidence score.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all four agents are merged, cross-checked against previously approved products for conflicts, and presented to a human reviewer for editing and approval before anything is written to the permanent catalog — built to process large datasets concurrently, not one row at a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enrich minimal product information?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 part number + brand + short description into rich product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5980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7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933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routing (LangGraph)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6771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just a part number, brand, and short description, the Supervisor activates up to four specialized sub-agents in parallel — Website, Catalog, Tech Doc, Digital Asset.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22092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038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95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Search/Fetch → Extract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163824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formulates a source-specific query, searches the web when no URL is known, and fetches real pages/documents via custom MCP tools — then converts PDFs, DOCX, HTML, spreadsheets, and images (via OCR) into clean text.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1820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99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5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→ Normalize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59936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BM25 + Reciprocal Rank Fusion + cross-encoder reranking surface the most relevant content; an LLM Normalize step extracts title, specs, features, dimensions, identifiers, warranty, price, and category.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14316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960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6817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merge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56048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agents' outputs are merged, turning a six-field input row into a fully populated 252-column output record.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ensure accuracy and trust?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strategy: confidence scoring, multi-source verification, human review, and more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5980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7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933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6771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carries a score derived from retrieval quality (the cross-encoder reranker), visible per-field in the review UI.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22092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038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95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verification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163824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four independent agents research the same product from different angles; agreement strengthens confidence, disagreement is surfaced explicitly.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1820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99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5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conflict detection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59936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is automatically checked against previously approved data; contradictions are flagged as explicit conflicts, never silently overwritten.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14316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960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6817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+ full provenance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56048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catalog without explicit approval; every field is editable, and a Sources panel shows exactly which URL each agent used — full auditability, not a black box.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scalable for enterprise catalogs?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large catalogs, new manufacturers, document formats, and continuous updates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5980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76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933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batch processing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67712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processed in parallel across a worker pool sized to leave headroom for the OS — built specifically for datasets with thousands of rows, not one row at a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22092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038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895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manufacturers, zero configuration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163824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discovers manufacturer identity and sourcing dynamically per product via live web search — no pre-configuration needed for a new brand.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91820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99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856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document format support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59936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HTML, CSV, XLSX, and images (with OCR) are already supported; the MCP-tool architecture makes adding new source types straightforward.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11064240" cy="758952"/>
          </a:xfrm>
          <a:prstGeom prst="roundRect">
            <a:avLst>
              <a:gd name="adj" fmla="val 9639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14316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7960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6817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data quality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56048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products remain as a permanent, growing knowledge base — every new run cross-references and validates against everything approved before it.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&amp; USP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different?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product-enrichment tools are a single LLM call against a static prompt. This is a genuine multi-agent system — four independently-reasoning agents with real web search, real document fetching, and real OCR — coordinated by an explicit Supervisor graph, with results merged and cross-validated rather than trusted blindly.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78808" y="164592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874520"/>
            <a:ext cx="457200" cy="457200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07408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07408" y="246888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solve the brief?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31089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directly automates the three required pillars — Creation (net-new products), Enrichment (filling gaps), and Validation (catching disagreements between sources) — using one unified pipeline, driven by whether a Main DB match already exists.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08976" y="1645920"/>
            <a:ext cx="3447288" cy="4389120"/>
          </a:xfrm>
          <a:prstGeom prst="roundRect">
            <a:avLst>
              <a:gd name="adj" fmla="val 2122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37576" y="1874520"/>
            <a:ext cx="457200" cy="457200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3757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37576" y="246888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37576" y="31089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transparency: every generated field shows exactly which URL it came from and how it was found. Combined with per-field confidence scoring and explicit conflict flagging, the output is auditable — critical for enterprise trust in AI-generated catalog data.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List of features offered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9264" y="163677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 modes: free text, file upload, bulk CSV import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684264" y="163677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specialized, independently-toggleable retrieval agents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9264" y="22951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Real web search + real document fetching via custom MCP server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350008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84264" y="229514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extraction pipeline: PDF, DOCX, HTML, CSV, XLSX, OCR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69264" y="29535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Hybrid RAG: vector search + BM25 + RRF + cross-encoder reranking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008376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684264" y="29535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LLM-based structured extraction with heuristic fallback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666744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69264" y="36118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 scoring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666744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684264" y="36118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conflict / validation detection vs. approved data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325112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69264" y="4270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source-provenance panel (URL, discovery method, stats)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325112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684264" y="4270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Editable human review interface before approval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983480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969264" y="49286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approval flow — all-or-nothing writes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4983480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684264" y="49286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batch processing (CPU/GPU aware)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641848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969264" y="55869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CSV export — single product or full bulk export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263640" y="5641848"/>
            <a:ext cx="292608" cy="292608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96" dirty="0">
              <a:solidFill>
                <a:srgbClr val="FFFF00"/>
              </a:solidFill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684264" y="55869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(Docker Compose) deployment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a product moves through the system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815" y="826851"/>
            <a:ext cx="4454495" cy="5808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of the proposed solution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1234440"/>
            <a:ext cx="7448550" cy="5276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in 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56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85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 · PostgreSQL + pgvector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56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Orchestration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585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(Supervisor) · LangChain-Groq (LLM inference)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3133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(embeddings + reranker) · BM25 · RRF · custom MCP server/client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429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83133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python-docx · BeautifulSoup · openpyxl · EasyOCR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01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04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5001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54041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 Compose · ThreadPoolExecutor concurrency (CPU/GPU aware)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(OPTIONAL)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implementation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components except LLM inference, which runs on Groq's API (free tier available; low per-token cost at scale). No proprietary licensing costs. Primary ongoing cost at production scale would be LLM API usage and hosting/compute for the database and backend services.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B1F27"/>
          </a:solidFill>
          <a:ln w="19050">
            <a:solidFill>
              <a:srgbClr val="363D4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2697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B1F27"/>
          </a:solidFill>
          <a:ln w="19050">
            <a:solidFill>
              <a:srgbClr val="363D4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63640" y="2697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B1F27"/>
          </a:solidFill>
          <a:ln w="19050">
            <a:solidFill>
              <a:srgbClr val="363D4A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41605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B1F27"/>
          </a:solidFill>
          <a:ln w="19050">
            <a:solidFill>
              <a:srgbClr val="363D4A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26364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91640"/>
            <a:ext cx="5440680" cy="2286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1" y="1691640"/>
            <a:ext cx="5440680" cy="2286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4160520"/>
            <a:ext cx="5440680" cy="223944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1" y="4153854"/>
            <a:ext cx="5532120" cy="23907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details / future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1226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64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enrichment: update an existing product record rather than creating a new one on re-enrichment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6382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4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99008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queue with progress polling, for batch runs at full dataset scale (1,000+ rows)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1538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4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4164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automatic category (Department / Class / Fine) classification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66944"/>
            <a:ext cx="347472" cy="347472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248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4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64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09320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Title-cleaning pass to avoid raw scraped breadcrumb/HTML-title artifacts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Provide links to your submission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67712"/>
            <a:ext cx="365760" cy="365760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2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84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Public Repository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50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https://github.com/ajaysah-ai/Product-Intelligence-AI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1F27"/>
          </a:solidFill>
          <a:ln w="12700">
            <a:solidFill>
              <a:srgbClr val="363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02152"/>
            <a:ext cx="365760" cy="365760"/>
          </a:xfrm>
          <a:prstGeom prst="ellipse">
            <a:avLst/>
          </a:prstGeom>
          <a:solidFill>
            <a:srgbClr val="232833"/>
          </a:solidFill>
          <a:ln w="15875">
            <a:solidFill>
              <a:srgbClr val="C79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2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192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(3 Minutes)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6850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smtClean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is also available on GitHub.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  ·  UNIHACK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7315200" cy="7315200"/>
          </a:xfrm>
          <a:prstGeom prst="ellipse">
            <a:avLst/>
          </a:prstGeom>
          <a:solidFill>
            <a:srgbClr val="1B1F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4572000" cy="4572000"/>
          </a:xfrm>
          <a:prstGeom prst="ellipse">
            <a:avLst/>
          </a:prstGeom>
          <a:solidFill>
            <a:srgbClr val="232833">
              <a:alpha val="80000"/>
            </a:srgbClr>
          </a:solidFill>
          <a:ln w="12700">
            <a:solidFill>
              <a:srgbClr val="C79A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AI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Intelligence for Industrial Commerce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1317</Words>
  <Application>Microsoft Office PowerPoint</Application>
  <PresentationFormat>Widescreen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5</cp:revision>
  <dcterms:created xsi:type="dcterms:W3CDTF">2026-08-26T07:43:07Z</dcterms:created>
  <dcterms:modified xsi:type="dcterms:W3CDTF">2026-08-26T08:49:05Z</dcterms:modified>
</cp:coreProperties>
</file>